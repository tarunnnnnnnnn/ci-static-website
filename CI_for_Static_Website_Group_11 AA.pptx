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9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4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8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2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9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5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0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7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8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77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424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2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18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18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62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8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63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775" y="3470564"/>
            <a:ext cx="7918653" cy="142147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Automate Build &amp; Validation for Static Website</a:t>
            </a:r>
          </a:p>
          <a:p>
            <a:endParaRPr dirty="0"/>
          </a:p>
          <a:p>
            <a:r>
              <a:rPr dirty="0"/>
              <a:t>Name: Tarun Swami</a:t>
            </a:r>
          </a:p>
          <a:p>
            <a:r>
              <a:rPr dirty="0"/>
              <a:t>Group: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71734-CCE1-3E73-2538-15717F70BE3B}"/>
              </a:ext>
            </a:extLst>
          </p:cNvPr>
          <p:cNvSpPr txBox="1"/>
          <p:nvPr/>
        </p:nvSpPr>
        <p:spPr>
          <a:xfrm>
            <a:off x="1230283" y="1773011"/>
            <a:ext cx="7842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Topic:    CI for Static Website</a:t>
            </a:r>
          </a:p>
        </p:txBody>
      </p:sp>
      <p:sp>
        <p:nvSpPr>
          <p:cNvPr id="8" name="AutoShape 6" descr="LPU Jalandhar - Admission, Cutoff, Fees &amp; Placements 2025 | College Pravesh">
            <a:extLst>
              <a:ext uri="{FF2B5EF4-FFF2-40B4-BE49-F238E27FC236}">
                <a16:creationId xmlns:a16="http://schemas.microsoft.com/office/drawing/2014/main" id="{C8DECEBE-0442-C246-2862-F362E1954C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Continuous Integration (CI) is a DevOps practice where code changes are automatically checked whenever new code is pushed.</a:t>
            </a:r>
          </a:p>
          <a:p>
            <a:endParaRPr dirty="0"/>
          </a:p>
          <a:p>
            <a:r>
              <a:rPr dirty="0"/>
              <a:t>This project uses GitHub Actions to automate validation for a static website.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94583-22C3-02B3-B39B-0CE9E127C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429000"/>
            <a:ext cx="5951913" cy="32378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validation of static websites can cause:</a:t>
            </a:r>
          </a:p>
          <a:p>
            <a:r>
              <a:t>• Syntax errors</a:t>
            </a:r>
          </a:p>
          <a:p>
            <a:r>
              <a:t>• Broken structure</a:t>
            </a:r>
          </a:p>
          <a:p>
            <a:r>
              <a:t>• Faulty deployments</a:t>
            </a:r>
          </a:p>
          <a:p>
            <a:endParaRPr/>
          </a:p>
          <a:p>
            <a:r>
              <a:t>Automation is required to ensure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Create a GitHub repository</a:t>
            </a:r>
          </a:p>
          <a:p>
            <a:r>
              <a:rPr dirty="0"/>
              <a:t>• Add a static website</a:t>
            </a:r>
          </a:p>
          <a:p>
            <a:r>
              <a:rPr dirty="0"/>
              <a:t>• Configure GitHub Actions</a:t>
            </a:r>
          </a:p>
          <a:p>
            <a:r>
              <a:rPr dirty="0"/>
              <a:t>• Validate code on every commit</a:t>
            </a:r>
            <a:r>
              <a:rPr lang="en-US" dirty="0"/>
              <a:t> by git </a:t>
            </a:r>
            <a:r>
              <a:rPr lang="en-US" dirty="0" err="1"/>
              <a:t>cmnds</a:t>
            </a:r>
            <a:endParaRPr dirty="0"/>
          </a:p>
          <a:p>
            <a:r>
              <a:rPr dirty="0"/>
              <a:t>• Implement CI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3366649" cy="970450"/>
          </a:xfrm>
        </p:spPr>
        <p:txBody>
          <a:bodyPr>
            <a:normAutofit fontScale="90000"/>
          </a:bodyPr>
          <a:lstStyle/>
          <a:p>
            <a:r>
              <a:rPr dirty="0"/>
              <a:t>Static Website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static website serves fixed content.</a:t>
            </a:r>
          </a:p>
          <a:p>
            <a:endParaRPr/>
          </a:p>
          <a:p>
            <a:r>
              <a:t>Technologies used:</a:t>
            </a:r>
          </a:p>
          <a:p>
            <a:r>
              <a:t>• HTML – Structure</a:t>
            </a:r>
          </a:p>
          <a:p>
            <a:r>
              <a:t>• CSS – Styling</a:t>
            </a:r>
          </a:p>
          <a:p>
            <a:r>
              <a:t>• JavaScript – Client-side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8166F-9BDE-FAE9-05D4-A599FD26A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006" y="1580050"/>
            <a:ext cx="3960554" cy="5277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Continuous Integration (CI)?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 automatically builds and validates code.</a:t>
            </a:r>
          </a:p>
          <a:p>
            <a:endParaRPr/>
          </a:p>
          <a:p>
            <a:r>
              <a:t>Benefits:</a:t>
            </a:r>
          </a:p>
          <a:p>
            <a:r>
              <a:t>• Early error detection</a:t>
            </a:r>
          </a:p>
          <a:p>
            <a:r>
              <a:t>• Better code quality</a:t>
            </a:r>
          </a:p>
          <a:p>
            <a:r>
              <a:t>• Reduced manual effort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A427B-AF49-7478-C839-5B3A60C0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566" y="2651759"/>
            <a:ext cx="4397433" cy="40587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– Version control</a:t>
            </a:r>
          </a:p>
          <a:p>
            <a:r>
              <a:t>• GitHub – Repository hosting</a:t>
            </a:r>
          </a:p>
          <a:p>
            <a:r>
              <a:t>• GitHub Actions – CI automation</a:t>
            </a:r>
          </a:p>
          <a:p>
            <a:r>
              <a:t>• HTML, CSS, JavaScript</a:t>
            </a:r>
          </a:p>
          <a:p>
            <a:r>
              <a:t>• YAML – Workflow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FCABD-0A86-DFF2-85C7-D1B458A86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29" y="1732450"/>
            <a:ext cx="3732414" cy="4915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06" y="609600"/>
            <a:ext cx="3657600" cy="970450"/>
          </a:xfrm>
        </p:spPr>
        <p:txBody>
          <a:bodyPr>
            <a:normAutofit fontScale="90000"/>
          </a:bodyPr>
          <a:lstStyle/>
          <a:p>
            <a:r>
              <a:rPr dirty="0"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ci-static-website/</a:t>
            </a:r>
          </a:p>
          <a:p>
            <a:r>
              <a:rPr lang="en-US" dirty="0"/>
              <a:t>├── index.html</a:t>
            </a:r>
          </a:p>
          <a:p>
            <a:r>
              <a:rPr lang="en-US" dirty="0"/>
              <a:t>├── style.css</a:t>
            </a:r>
          </a:p>
          <a:p>
            <a:r>
              <a:rPr lang="en-US" dirty="0"/>
              <a:t>├── script.js</a:t>
            </a:r>
          </a:p>
          <a:p>
            <a:r>
              <a:rPr lang="en-US" dirty="0"/>
              <a:t>└── </a:t>
            </a:r>
            <a:r>
              <a:rPr lang="en-US" dirty="0" err="1"/>
              <a:t>deploy.yml</a:t>
            </a:r>
            <a:endParaRPr lang="en-US" dirty="0"/>
          </a:p>
          <a:p>
            <a:pPr marL="3690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2F0DE-B580-5514-2056-0A4640AB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058" y="227825"/>
            <a:ext cx="4180609" cy="62924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CI Workflow Using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Workflow triggers on push</a:t>
            </a:r>
          </a:p>
          <a:p>
            <a:r>
              <a:t>• Code is checked out</a:t>
            </a:r>
          </a:p>
          <a:p>
            <a:r>
              <a:t>• Website files are validated</a:t>
            </a:r>
          </a:p>
          <a:p>
            <a:r>
              <a:t>• CI runs automatically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9A63F-60D6-F5BD-F2D5-4EA7B2A1E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665" y="3429000"/>
            <a:ext cx="5378335" cy="3428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/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2224408"/>
          </a:xfrm>
        </p:spPr>
        <p:txBody>
          <a:bodyPr/>
          <a:lstStyle/>
          <a:p>
            <a:r>
              <a:rPr dirty="0"/>
              <a:t>• CI runs on every commit</a:t>
            </a:r>
          </a:p>
          <a:p>
            <a:r>
              <a:rPr dirty="0"/>
              <a:t>• Validation is automatic</a:t>
            </a:r>
          </a:p>
          <a:p>
            <a:r>
              <a:rPr dirty="0"/>
              <a:t>• Workflow status visible in Actions</a:t>
            </a:r>
          </a:p>
          <a:p>
            <a:r>
              <a:rPr dirty="0"/>
              <a:t>• Reliable website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CAE8F-6FAF-8E66-AEC5-2BCC8030F318}"/>
              </a:ext>
            </a:extLst>
          </p:cNvPr>
          <p:cNvSpPr txBox="1"/>
          <p:nvPr/>
        </p:nvSpPr>
        <p:spPr>
          <a:xfrm>
            <a:off x="1687483" y="46031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demonstrates CI for a static website using GitHub Actions.</a:t>
            </a:r>
          </a:p>
          <a:p>
            <a:r>
              <a:rPr lang="en-IN" dirty="0"/>
              <a:t>It improves reliability, automation, and follows modern DevOps practices.</a:t>
            </a:r>
          </a:p>
          <a:p>
            <a:r>
              <a:rPr lang="en-IN" dirty="0"/>
              <a:t>It bridges the gap between academic learning and real-world DevOps automation.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237</TotalTime>
  <Words>298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Calisto MT</vt:lpstr>
      <vt:lpstr>Wingdings 2</vt:lpstr>
      <vt:lpstr>Slate</vt:lpstr>
      <vt:lpstr>PowerPoint Presentation</vt:lpstr>
      <vt:lpstr>Introduction</vt:lpstr>
      <vt:lpstr>Problem Statement</vt:lpstr>
      <vt:lpstr>Objectives</vt:lpstr>
      <vt:lpstr>Static Website Overview</vt:lpstr>
      <vt:lpstr>What is Continuous Integration (CI)?</vt:lpstr>
      <vt:lpstr>Tools &amp; Technologies Used</vt:lpstr>
      <vt:lpstr>Project Structure</vt:lpstr>
      <vt:lpstr>CI Workflow Using GitHub Actions</vt:lpstr>
      <vt:lpstr>Output / Result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tarun swami</cp:lastModifiedBy>
  <cp:revision>7</cp:revision>
  <dcterms:created xsi:type="dcterms:W3CDTF">2013-01-27T09:14:16Z</dcterms:created>
  <dcterms:modified xsi:type="dcterms:W3CDTF">2026-01-30T07:11:07Z</dcterms:modified>
  <cp:category/>
</cp:coreProperties>
</file>